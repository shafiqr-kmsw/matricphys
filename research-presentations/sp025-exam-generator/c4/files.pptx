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2378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8445-1434-A6C5-DD3D-39324847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4B00D-312B-B559-3C5E-31DB4BE9C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CA29B-829D-7A3E-2072-AB92EB0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4FCE3-8BD4-1305-E035-7B9237F58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52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87BEFE-31A3-C3D8-0DCB-823A7F5E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87" y="463322"/>
            <a:ext cx="11811256" cy="4253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7DB3D-1320-B7D5-103E-FD5C510681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667" t="32796" r="25476" b="31208"/>
          <a:stretch>
            <a:fillRect/>
          </a:stretch>
        </p:blipFill>
        <p:spPr>
          <a:xfrm>
            <a:off x="9593943" y="5259640"/>
            <a:ext cx="2206172" cy="13588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C75A69A-2B8B-32D1-9EBF-4FFB28A6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31" t="31313" r="14285" b="50228"/>
          <a:stretch>
            <a:fillRect/>
          </a:stretch>
        </p:blipFill>
        <p:spPr>
          <a:xfrm>
            <a:off x="340279" y="508000"/>
            <a:ext cx="9733940" cy="2921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52307E-A03B-4420-30B1-095F4E84264D}"/>
                  </a:ext>
                </a:extLst>
              </p:cNvPr>
              <p:cNvSpPr txBox="1"/>
              <p:nvPr/>
            </p:nvSpPr>
            <p:spPr>
              <a:xfrm>
                <a:off x="10307401" y="5787408"/>
                <a:ext cx="1422400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sz="3200" b="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52307E-A03B-4420-30B1-095F4E84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401" y="5787408"/>
                <a:ext cx="14224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AF0D7DFF-0B11-7D10-98FA-C69D9662F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781" y="2670628"/>
            <a:ext cx="5241458" cy="34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8168-E4E2-C7C6-44AF-21E379AF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B6BFA1-F8FD-8912-8833-B1D23A067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" y="265746"/>
            <a:ext cx="8794433" cy="6311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9C2886-1853-42C6-3CC3-E49696FB2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59" y="4915231"/>
            <a:ext cx="2529841" cy="16618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79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9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4</cp:revision>
  <dcterms:created xsi:type="dcterms:W3CDTF">2026-03-16T04:40:40Z</dcterms:created>
  <dcterms:modified xsi:type="dcterms:W3CDTF">2026-03-16T05:13:23Z</dcterms:modified>
</cp:coreProperties>
</file>