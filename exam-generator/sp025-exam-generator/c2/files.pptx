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5"/>
  </p:notesMasterIdLst>
  <p:sldIdLst>
    <p:sldId id="256" r:id="rId2"/>
    <p:sldId id="257" r:id="rId3"/>
    <p:sldId id="258" r:id="rId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65" d="100"/>
          <a:sy n="65" d="100"/>
        </p:scale>
        <p:origin x="900" y="6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MY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930CEF5-4124-458A-8583-FB2A0D68282E}" type="datetimeFigureOut">
              <a:rPr lang="en-MY" smtClean="0"/>
              <a:t>16/3/2026</a:t>
            </a:fld>
            <a:endParaRPr lang="en-MY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MY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MY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MY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D43B765-2686-4739-8603-5834023752E4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208906794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MY" dirty="0"/>
              <a:t>C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D43B765-2686-4739-8603-5834023752E4}" type="slidenum">
              <a:rPr lang="en-MY" smtClean="0"/>
              <a:t>2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368197448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A2940CB-83AA-FEED-6D38-FC36FE39442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MY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B1382B3-F7E2-5A8F-E2BE-4719F475EFD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11" indent="0" algn="ctr">
              <a:buNone/>
              <a:defRPr sz="2000"/>
            </a:lvl2pPr>
            <a:lvl3pPr marL="914423" indent="0" algn="ctr">
              <a:buNone/>
              <a:defRPr sz="1801"/>
            </a:lvl3pPr>
            <a:lvl4pPr marL="1371634" indent="0" algn="ctr">
              <a:buNone/>
              <a:defRPr sz="1600"/>
            </a:lvl4pPr>
            <a:lvl5pPr marL="1828846" indent="0" algn="ctr">
              <a:buNone/>
              <a:defRPr sz="1600"/>
            </a:lvl5pPr>
            <a:lvl6pPr marL="2286057" indent="0" algn="ctr">
              <a:buNone/>
              <a:defRPr sz="1600"/>
            </a:lvl6pPr>
            <a:lvl7pPr marL="2743269" indent="0" algn="ctr">
              <a:buNone/>
              <a:defRPr sz="1600"/>
            </a:lvl7pPr>
            <a:lvl8pPr marL="3200480" indent="0" algn="ctr">
              <a:buNone/>
              <a:defRPr sz="1600"/>
            </a:lvl8pPr>
            <a:lvl9pPr marL="3657691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MY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ABD6721-3C08-F3F7-DCE1-9351FC1CDE8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736931-D21D-4CEE-8596-8652B0B9C773}" type="datetimeFigureOut">
              <a:rPr lang="en-MY" smtClean="0"/>
              <a:t>16/3/2026</a:t>
            </a:fld>
            <a:endParaRPr lang="en-MY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7701A84-4386-F919-3545-F441461C720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85326D1-54C0-6645-11B9-C995CA5479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4A0F0D-ECA7-4992-9E43-97B5575AE35E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310407199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4672CD-2146-A154-CB60-45C2AE3B09C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MY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E14CFBA-CC5B-FD7D-D602-95D158FE06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MY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F2F5399-CF13-1A74-3193-FB091646A52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736931-D21D-4CEE-8596-8652B0B9C773}" type="datetimeFigureOut">
              <a:rPr lang="en-MY" smtClean="0"/>
              <a:t>16/3/2026</a:t>
            </a:fld>
            <a:endParaRPr lang="en-MY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9BF2552-908B-26F0-683B-6CA8592B37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B62340E-1E35-1792-237B-E1E419D143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4A0F0D-ECA7-4992-9E43-97B5575AE35E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283511051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4B39A0E-42E0-28EE-A652-E3B48B0440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40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MY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5053DC9-E969-6C3A-A673-075A8607C44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5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11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23" indent="0">
              <a:buNone/>
              <a:defRPr sz="1801">
                <a:solidFill>
                  <a:schemeClr val="tx1">
                    <a:tint val="75000"/>
                  </a:schemeClr>
                </a:solidFill>
              </a:defRPr>
            </a:lvl3pPr>
            <a:lvl4pPr marL="1371634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46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57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69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8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91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6593A57-068D-0431-657D-841E745BCC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736931-D21D-4CEE-8596-8652B0B9C773}" type="datetimeFigureOut">
              <a:rPr lang="en-MY" smtClean="0"/>
              <a:t>16/3/2026</a:t>
            </a:fld>
            <a:endParaRPr lang="en-MY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7123DA3-1F90-5953-EE0A-00B4D56FCF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FD073B0-0893-FEEE-5D0A-31C8A8AF59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4A0F0D-ECA7-4992-9E43-97B5575AE35E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309418510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5FBFDA9-AFF2-2193-8F0F-FEE0673775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MY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882D64B-B17A-756A-873D-D580991F2B4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1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MY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D9BDFAC-E7C7-9EA5-1225-34435CB309D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1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MY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2C67A79-CC94-AA11-7A35-762654D813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736931-D21D-4CEE-8596-8652B0B9C773}" type="datetimeFigureOut">
              <a:rPr lang="en-MY" smtClean="0"/>
              <a:t>16/3/2026</a:t>
            </a:fld>
            <a:endParaRPr lang="en-MY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93652DF-803F-1BCD-40FE-BA513CFD71C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A8C13ED-563C-395B-B1D8-92C7A0EEDA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4A0F0D-ECA7-4992-9E43-97B5575AE35E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277003150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9438F2-59AD-91D5-831E-F539FE69A0F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9" y="365127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MY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D81DE0C-B675-0DDB-F4A3-1D6950E1B27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11" indent="0">
              <a:buNone/>
              <a:defRPr sz="2000" b="1"/>
            </a:lvl2pPr>
            <a:lvl3pPr marL="914423" indent="0">
              <a:buNone/>
              <a:defRPr sz="1801" b="1"/>
            </a:lvl3pPr>
            <a:lvl4pPr marL="1371634" indent="0">
              <a:buNone/>
              <a:defRPr sz="1600" b="1"/>
            </a:lvl4pPr>
            <a:lvl5pPr marL="1828846" indent="0">
              <a:buNone/>
              <a:defRPr sz="1600" b="1"/>
            </a:lvl5pPr>
            <a:lvl6pPr marL="2286057" indent="0">
              <a:buNone/>
              <a:defRPr sz="1600" b="1"/>
            </a:lvl6pPr>
            <a:lvl7pPr marL="2743269" indent="0">
              <a:buNone/>
              <a:defRPr sz="1600" b="1"/>
            </a:lvl7pPr>
            <a:lvl8pPr marL="3200480" indent="0">
              <a:buNone/>
              <a:defRPr sz="1600" b="1"/>
            </a:lvl8pPr>
            <a:lvl9pPr marL="3657691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664E4A2-6689-557D-7517-4E25FC33ABA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MY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628DF93-BA40-2821-7EF0-9BD0D0A2020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11" indent="0">
              <a:buNone/>
              <a:defRPr sz="2000" b="1"/>
            </a:lvl2pPr>
            <a:lvl3pPr marL="914423" indent="0">
              <a:buNone/>
              <a:defRPr sz="1801" b="1"/>
            </a:lvl3pPr>
            <a:lvl4pPr marL="1371634" indent="0">
              <a:buNone/>
              <a:defRPr sz="1600" b="1"/>
            </a:lvl4pPr>
            <a:lvl5pPr marL="1828846" indent="0">
              <a:buNone/>
              <a:defRPr sz="1600" b="1"/>
            </a:lvl5pPr>
            <a:lvl6pPr marL="2286057" indent="0">
              <a:buNone/>
              <a:defRPr sz="1600" b="1"/>
            </a:lvl6pPr>
            <a:lvl7pPr marL="2743269" indent="0">
              <a:buNone/>
              <a:defRPr sz="1600" b="1"/>
            </a:lvl7pPr>
            <a:lvl8pPr marL="3200480" indent="0">
              <a:buNone/>
              <a:defRPr sz="1600" b="1"/>
            </a:lvl8pPr>
            <a:lvl9pPr marL="3657691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66EAE9F4-45C3-8A9B-02B1-644E6979C8B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MY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695D81FC-1D00-EFA1-3DDB-C4634FB38AC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736931-D21D-4CEE-8596-8652B0B9C773}" type="datetimeFigureOut">
              <a:rPr lang="en-MY" smtClean="0"/>
              <a:t>16/3/2026</a:t>
            </a:fld>
            <a:endParaRPr lang="en-MY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B91851B1-80B1-D619-7F06-0F8E89C8ACB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944C0266-1D1D-F642-3E67-D9255178AC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4A0F0D-ECA7-4992-9E43-97B5575AE35E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221814027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D57CD1-7190-1DED-9F40-7DCA9C6728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MY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4854E00-4BD4-2900-B7EC-530770CF22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736931-D21D-4CEE-8596-8652B0B9C773}" type="datetimeFigureOut">
              <a:rPr lang="en-MY" smtClean="0"/>
              <a:t>16/3/2026</a:t>
            </a:fld>
            <a:endParaRPr lang="en-MY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04D50B4-6816-6438-6383-1167B81C09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E08A394-E2E6-EFB4-BCD3-45EF27F522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4A0F0D-ECA7-4992-9E43-97B5575AE35E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182426964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FD5E243-5463-7691-A214-28343B5DB3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736931-D21D-4CEE-8596-8652B0B9C773}" type="datetimeFigureOut">
              <a:rPr lang="en-MY" smtClean="0"/>
              <a:t>16/3/2026</a:t>
            </a:fld>
            <a:endParaRPr lang="en-MY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B45AB2A8-BB1A-B244-E84C-2BD2B469CA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AA629AF-CD06-ED3A-7AC2-F26C10D948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4A0F0D-ECA7-4992-9E43-97B5575AE35E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252002276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6B308A-6A8A-BCCB-F6F9-CB915B900F2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9" y="457200"/>
            <a:ext cx="393223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MY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726F399-8DC7-F7B9-9B1C-D6F0C3AE906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7"/>
            <a:ext cx="6172201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MY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73A30F3-8CEB-A7F2-82C0-255700ECF96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9" y="2057400"/>
            <a:ext cx="393223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11" indent="0">
              <a:buNone/>
              <a:defRPr sz="1401"/>
            </a:lvl2pPr>
            <a:lvl3pPr marL="914423" indent="0">
              <a:buNone/>
              <a:defRPr sz="1200"/>
            </a:lvl3pPr>
            <a:lvl4pPr marL="1371634" indent="0">
              <a:buNone/>
              <a:defRPr sz="1001"/>
            </a:lvl4pPr>
            <a:lvl5pPr marL="1828846" indent="0">
              <a:buNone/>
              <a:defRPr sz="1001"/>
            </a:lvl5pPr>
            <a:lvl6pPr marL="2286057" indent="0">
              <a:buNone/>
              <a:defRPr sz="1001"/>
            </a:lvl6pPr>
            <a:lvl7pPr marL="2743269" indent="0">
              <a:buNone/>
              <a:defRPr sz="1001"/>
            </a:lvl7pPr>
            <a:lvl8pPr marL="3200480" indent="0">
              <a:buNone/>
              <a:defRPr sz="1001"/>
            </a:lvl8pPr>
            <a:lvl9pPr marL="3657691" indent="0">
              <a:buNone/>
              <a:defRPr sz="100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6D95D97-FFBA-67D7-860A-AAFB900096D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736931-D21D-4CEE-8596-8652B0B9C773}" type="datetimeFigureOut">
              <a:rPr lang="en-MY" smtClean="0"/>
              <a:t>16/3/2026</a:t>
            </a:fld>
            <a:endParaRPr lang="en-MY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5318DEB-F09B-799A-4B47-245361271E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A4DC1FC-1BD9-1043-38E7-480220A24C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4A0F0D-ECA7-4992-9E43-97B5575AE35E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185349374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F292CA-AF88-D64A-2D0A-8B2F9FE5D6C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9" y="457200"/>
            <a:ext cx="393223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MY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F939B5D9-87CB-DE19-AC1A-230BF51E6DA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7"/>
            <a:ext cx="6172201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11" indent="0">
              <a:buNone/>
              <a:defRPr sz="2800"/>
            </a:lvl2pPr>
            <a:lvl3pPr marL="914423" indent="0">
              <a:buNone/>
              <a:defRPr sz="2400"/>
            </a:lvl3pPr>
            <a:lvl4pPr marL="1371634" indent="0">
              <a:buNone/>
              <a:defRPr sz="2000"/>
            </a:lvl4pPr>
            <a:lvl5pPr marL="1828846" indent="0">
              <a:buNone/>
              <a:defRPr sz="2000"/>
            </a:lvl5pPr>
            <a:lvl6pPr marL="2286057" indent="0">
              <a:buNone/>
              <a:defRPr sz="2000"/>
            </a:lvl6pPr>
            <a:lvl7pPr marL="2743269" indent="0">
              <a:buNone/>
              <a:defRPr sz="2000"/>
            </a:lvl7pPr>
            <a:lvl8pPr marL="3200480" indent="0">
              <a:buNone/>
              <a:defRPr sz="2000"/>
            </a:lvl8pPr>
            <a:lvl9pPr marL="3657691" indent="0">
              <a:buNone/>
              <a:defRPr sz="2000"/>
            </a:lvl9pPr>
          </a:lstStyle>
          <a:p>
            <a:endParaRPr lang="en-MY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C6C1227-2884-8153-D35A-B4F45C2B4A3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9" y="2057400"/>
            <a:ext cx="393223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11" indent="0">
              <a:buNone/>
              <a:defRPr sz="1401"/>
            </a:lvl2pPr>
            <a:lvl3pPr marL="914423" indent="0">
              <a:buNone/>
              <a:defRPr sz="1200"/>
            </a:lvl3pPr>
            <a:lvl4pPr marL="1371634" indent="0">
              <a:buNone/>
              <a:defRPr sz="1001"/>
            </a:lvl4pPr>
            <a:lvl5pPr marL="1828846" indent="0">
              <a:buNone/>
              <a:defRPr sz="1001"/>
            </a:lvl5pPr>
            <a:lvl6pPr marL="2286057" indent="0">
              <a:buNone/>
              <a:defRPr sz="1001"/>
            </a:lvl6pPr>
            <a:lvl7pPr marL="2743269" indent="0">
              <a:buNone/>
              <a:defRPr sz="1001"/>
            </a:lvl7pPr>
            <a:lvl8pPr marL="3200480" indent="0">
              <a:buNone/>
              <a:defRPr sz="1001"/>
            </a:lvl8pPr>
            <a:lvl9pPr marL="3657691" indent="0">
              <a:buNone/>
              <a:defRPr sz="100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44531CE-C6E7-A01F-E604-3F4B618720A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736931-D21D-4CEE-8596-8652B0B9C773}" type="datetimeFigureOut">
              <a:rPr lang="en-MY" smtClean="0"/>
              <a:t>16/3/2026</a:t>
            </a:fld>
            <a:endParaRPr lang="en-MY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6099F5A-5453-F268-0F10-3FB21E28C50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8C12E33-F8D9-37A7-D117-830612FC47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4A0F0D-ECA7-4992-9E43-97B5575AE35E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132942116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580ED1-526A-2729-4ACC-A8C245D67B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MY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1AE80B4-FBD1-4A7B-9CC6-20BF9F74123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MY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C0A7411-E7D8-A6C9-9056-F59B956053B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736931-D21D-4CEE-8596-8652B0B9C773}" type="datetimeFigureOut">
              <a:rPr lang="en-MY" smtClean="0"/>
              <a:t>16/3/2026</a:t>
            </a:fld>
            <a:endParaRPr lang="en-MY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6CA80FC-282A-7E6F-EE62-CBCE4978229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BC7EEB0-DB70-2C66-81A4-A309224ACB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4A0F0D-ECA7-4992-9E43-97B5575AE35E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68176998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2BBD3C9F-AF0C-BBE6-0F98-6C25C7C9015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MY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B26AB9E-C065-27C1-DB2C-ACA843A38E4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MY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3B19D27-5EC9-8652-91EB-6A78D89E6B8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736931-D21D-4CEE-8596-8652B0B9C773}" type="datetimeFigureOut">
              <a:rPr lang="en-MY" smtClean="0"/>
              <a:t>16/3/2026</a:t>
            </a:fld>
            <a:endParaRPr lang="en-MY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8145C3E-F9BC-9DB4-04C4-1ADC3814971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088F4AB-406B-715D-6FCC-D99A2EB4AA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4A0F0D-ECA7-4992-9E43-97B5575AE35E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381436244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4FD0A0E-460E-E9FA-E9E4-87AE7EE354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1" y="365127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MY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E95FA3C-465B-83E9-D0E7-54669221BB5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1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MY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F9DCB74-1911-22F8-3203-FBFEBF84F8A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1" y="6356352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5736931-D21D-4CEE-8596-8652B0B9C773}" type="datetimeFigureOut">
              <a:rPr lang="en-MY" smtClean="0"/>
              <a:t>16/3/2026</a:t>
            </a:fld>
            <a:endParaRPr lang="en-MY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086523D-066E-1413-0583-CBB11B742D2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1" y="6356352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MY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11E1E20-D761-F365-AE58-8616DCE3841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1" y="6356352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B4A0F0D-ECA7-4992-9E43-97B5575AE35E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87415755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23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6" indent="-228606" algn="l" defTabSz="914423" rtl="0" eaLnBrk="1" latinLnBrk="0" hangingPunct="1">
        <a:lnSpc>
          <a:spcPct val="90000"/>
        </a:lnSpc>
        <a:spcBef>
          <a:spcPts val="1001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18" indent="-228606" algn="l" defTabSz="914423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29" indent="-228606" algn="l" defTabSz="914423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41" indent="-228606" algn="l" defTabSz="914423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1" kern="1200">
          <a:solidFill>
            <a:schemeClr val="tx1"/>
          </a:solidFill>
          <a:latin typeface="+mn-lt"/>
          <a:ea typeface="+mn-ea"/>
          <a:cs typeface="+mn-cs"/>
        </a:defRPr>
      </a:lvl4pPr>
      <a:lvl5pPr marL="2057452" indent="-228606" algn="l" defTabSz="914423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1" kern="1200">
          <a:solidFill>
            <a:schemeClr val="tx1"/>
          </a:solidFill>
          <a:latin typeface="+mn-lt"/>
          <a:ea typeface="+mn-ea"/>
          <a:cs typeface="+mn-cs"/>
        </a:defRPr>
      </a:lvl5pPr>
      <a:lvl6pPr marL="2514663" indent="-228606" algn="l" defTabSz="914423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1" kern="1200">
          <a:solidFill>
            <a:schemeClr val="tx1"/>
          </a:solidFill>
          <a:latin typeface="+mn-lt"/>
          <a:ea typeface="+mn-ea"/>
          <a:cs typeface="+mn-cs"/>
        </a:defRPr>
      </a:lvl6pPr>
      <a:lvl7pPr marL="2971875" indent="-228606" algn="l" defTabSz="914423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1" kern="1200">
          <a:solidFill>
            <a:schemeClr val="tx1"/>
          </a:solidFill>
          <a:latin typeface="+mn-lt"/>
          <a:ea typeface="+mn-ea"/>
          <a:cs typeface="+mn-cs"/>
        </a:defRPr>
      </a:lvl7pPr>
      <a:lvl8pPr marL="3429086" indent="-228606" algn="l" defTabSz="914423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1" kern="1200">
          <a:solidFill>
            <a:schemeClr val="tx1"/>
          </a:solidFill>
          <a:latin typeface="+mn-lt"/>
          <a:ea typeface="+mn-ea"/>
          <a:cs typeface="+mn-cs"/>
        </a:defRPr>
      </a:lvl8pPr>
      <a:lvl9pPr marL="3886298" indent="-228606" algn="l" defTabSz="914423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1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23" rtl="0" eaLnBrk="1" latinLnBrk="0" hangingPunct="1">
        <a:defRPr sz="1801" kern="1200">
          <a:solidFill>
            <a:schemeClr val="tx1"/>
          </a:solidFill>
          <a:latin typeface="+mn-lt"/>
          <a:ea typeface="+mn-ea"/>
          <a:cs typeface="+mn-cs"/>
        </a:defRPr>
      </a:lvl1pPr>
      <a:lvl2pPr marL="457211" algn="l" defTabSz="914423" rtl="0" eaLnBrk="1" latinLnBrk="0" hangingPunct="1">
        <a:defRPr sz="1801" kern="1200">
          <a:solidFill>
            <a:schemeClr val="tx1"/>
          </a:solidFill>
          <a:latin typeface="+mn-lt"/>
          <a:ea typeface="+mn-ea"/>
          <a:cs typeface="+mn-cs"/>
        </a:defRPr>
      </a:lvl2pPr>
      <a:lvl3pPr marL="914423" algn="l" defTabSz="914423" rtl="0" eaLnBrk="1" latinLnBrk="0" hangingPunct="1">
        <a:defRPr sz="1801" kern="1200">
          <a:solidFill>
            <a:schemeClr val="tx1"/>
          </a:solidFill>
          <a:latin typeface="+mn-lt"/>
          <a:ea typeface="+mn-ea"/>
          <a:cs typeface="+mn-cs"/>
        </a:defRPr>
      </a:lvl3pPr>
      <a:lvl4pPr marL="1371634" algn="l" defTabSz="914423" rtl="0" eaLnBrk="1" latinLnBrk="0" hangingPunct="1">
        <a:defRPr sz="1801" kern="1200">
          <a:solidFill>
            <a:schemeClr val="tx1"/>
          </a:solidFill>
          <a:latin typeface="+mn-lt"/>
          <a:ea typeface="+mn-ea"/>
          <a:cs typeface="+mn-cs"/>
        </a:defRPr>
      </a:lvl4pPr>
      <a:lvl5pPr marL="1828846" algn="l" defTabSz="914423" rtl="0" eaLnBrk="1" latinLnBrk="0" hangingPunct="1">
        <a:defRPr sz="1801" kern="1200">
          <a:solidFill>
            <a:schemeClr val="tx1"/>
          </a:solidFill>
          <a:latin typeface="+mn-lt"/>
          <a:ea typeface="+mn-ea"/>
          <a:cs typeface="+mn-cs"/>
        </a:defRPr>
      </a:lvl5pPr>
      <a:lvl6pPr marL="2286057" algn="l" defTabSz="914423" rtl="0" eaLnBrk="1" latinLnBrk="0" hangingPunct="1">
        <a:defRPr sz="1801" kern="1200">
          <a:solidFill>
            <a:schemeClr val="tx1"/>
          </a:solidFill>
          <a:latin typeface="+mn-lt"/>
          <a:ea typeface="+mn-ea"/>
          <a:cs typeface="+mn-cs"/>
        </a:defRPr>
      </a:lvl6pPr>
      <a:lvl7pPr marL="2743269" algn="l" defTabSz="914423" rtl="0" eaLnBrk="1" latinLnBrk="0" hangingPunct="1">
        <a:defRPr sz="1801" kern="1200">
          <a:solidFill>
            <a:schemeClr val="tx1"/>
          </a:solidFill>
          <a:latin typeface="+mn-lt"/>
          <a:ea typeface="+mn-ea"/>
          <a:cs typeface="+mn-cs"/>
        </a:defRPr>
      </a:lvl7pPr>
      <a:lvl8pPr marL="3200480" algn="l" defTabSz="914423" rtl="0" eaLnBrk="1" latinLnBrk="0" hangingPunct="1">
        <a:defRPr sz="1801" kern="1200">
          <a:solidFill>
            <a:schemeClr val="tx1"/>
          </a:solidFill>
          <a:latin typeface="+mn-lt"/>
          <a:ea typeface="+mn-ea"/>
          <a:cs typeface="+mn-cs"/>
        </a:defRPr>
      </a:lvl8pPr>
      <a:lvl9pPr marL="3657691" algn="l" defTabSz="914423" rtl="0" eaLnBrk="1" latinLnBrk="0" hangingPunct="1">
        <a:defRPr sz="1801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DF0741DD-78BE-4633-E2D6-6EDD6DD157EA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3024" t="21276" r="11814" b="35047"/>
          <a:stretch>
            <a:fillRect/>
          </a:stretch>
        </p:blipFill>
        <p:spPr>
          <a:xfrm>
            <a:off x="393097" y="737419"/>
            <a:ext cx="11405807" cy="3288891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E3663031-8CF2-DA6A-99FA-64EDF0D5046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92970" y="5477579"/>
            <a:ext cx="2005934" cy="825973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368474514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E5ABB2-F144-6A17-A3F1-3C721D2634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BD43DB89-62B6-78E1-6FDF-C4FC981F0C9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0802" y="837257"/>
            <a:ext cx="11159922" cy="2853242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E7FD1269-874D-85EE-51B5-1EAD38E1AEB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24160" y="4430333"/>
            <a:ext cx="3816427" cy="1920406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284976367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5C02B0-642A-CFF8-052D-CD7E45CCFF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533A8C45-8DDC-55AD-7EC0-CBB91EC32529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6815" t="21492" r="17016" b="15036"/>
          <a:stretch>
            <a:fillRect/>
          </a:stretch>
        </p:blipFill>
        <p:spPr>
          <a:xfrm>
            <a:off x="285141" y="280217"/>
            <a:ext cx="11157583" cy="6017344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2DF95A85-75EA-ECB9-C2CF-21178B5CD04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59059" y="5777683"/>
            <a:ext cx="1447800" cy="800100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362665999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2013 - 2022 Theme</Template>
  <TotalTime>5</TotalTime>
  <Words>2</Words>
  <Application>Microsoft Office PowerPoint</Application>
  <PresentationFormat>Widescreen</PresentationFormat>
  <Paragraphs>2</Paragraphs>
  <Slides>3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7" baseType="lpstr">
      <vt:lpstr>Arial</vt:lpstr>
      <vt:lpstr>Calibri</vt:lpstr>
      <vt:lpstr>Calibri Light</vt:lpstr>
      <vt:lpstr>Office Theme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Shafiq</dc:creator>
  <cp:lastModifiedBy>Shafiq</cp:lastModifiedBy>
  <cp:revision>1</cp:revision>
  <dcterms:created xsi:type="dcterms:W3CDTF">2026-03-16T04:40:40Z</dcterms:created>
  <dcterms:modified xsi:type="dcterms:W3CDTF">2026-03-16T04:45:51Z</dcterms:modified>
</cp:coreProperties>
</file>