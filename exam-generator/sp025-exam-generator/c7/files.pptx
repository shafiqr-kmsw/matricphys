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0CEF5-4124-458A-8583-FB2A0D68282E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3B765-2686-4739-8603-5834023752E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906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09DFA-F781-71DC-9D3A-ECC464C6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9AD58-081B-C7CD-9101-33B3A98B9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6AC6-6E78-3A66-B47E-E960E449D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68E9-4CFC-EA7F-61B8-D93F53CEC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657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2378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EC12-14DF-95EB-1DBD-D5D11912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693B8-7684-63D3-D681-B8E7C852A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DD65105-DFE3-DD09-9426-6A2F0401A7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DD65105-DFE3-DD09-9426-6A2F0401A7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DD768-5EDD-7E64-79B3-53BF710AF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3699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40CB-83AA-FEED-6D38-FC36FE39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382B3-F7E2-5A8F-E2BE-4719F475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6721-3C08-F3F7-DCE1-9351FC1C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1A84-4386-F919-3545-F441461C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26D1-54C0-6645-11B9-C995CA54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407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72CD-2146-A154-CB60-45C2AE3B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CFBA-CC5B-FD7D-D602-95D158FE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5399-CF13-1A74-3193-FB091646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F2552-908B-26F0-683B-6CA8592B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340E-1E35-1792-237B-E1E419D1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511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9A0E-42E0-28EE-A652-E3B48B04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3DC9-E969-6C3A-A673-075A8607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3A57-068D-0431-657D-841E745B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3DA3-1F90-5953-EE0A-00B4D56F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73B0-0893-FEEE-5D0A-31C8A8A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1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FDA9-AFF2-2193-8F0F-FEE06737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D64B-B17A-756A-873D-D580991F2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BDFAC-E7C7-9EA5-1225-34435CB3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67A79-CC94-AA11-7A35-762654D8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52DF-803F-1BCD-40FE-BA513CFD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C13ED-563C-395B-B1D8-92C7A0EE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00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8F2-59AD-91D5-831E-F539FE69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1DE0C-B675-0DDB-F4A3-1D6950E1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E4A2-6689-557D-7517-4E25FC33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8DF93-BA40-2821-7EF0-9BD0D0A2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AE9F4-45C3-8A9B-02B1-644E6979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D81FC-1D00-EFA1-3DDB-C4634FB3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851B1-80B1-D619-7F06-0F8E89C8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0266-1D1D-F642-3E67-D9255178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1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7CD1-7190-1DED-9F40-7DCA9C67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4E00-4BD4-2900-B7EC-530770CF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D50B4-6816-6438-6383-1167B81C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A394-E2E6-EFB4-BCD3-45EF27F5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426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5E243-5463-7691-A214-28343B5D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AB2A8-BB1A-B244-E84C-2BD2B469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29AF-CD06-ED3A-7AC2-F26C10D9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002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308A-6A8A-BCCB-F6F9-CB915B90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F399-8DC7-F7B9-9B1C-D6F0C3AE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A30F3-8CEB-A7F2-82C0-255700EC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5D97-FFBA-67D7-860A-AAFB9000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8DEB-F09B-799A-4B47-24536127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DC1FC-1BD9-1043-38E7-480220A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349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92CA-AF88-D64A-2D0A-8B2F9FE5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9B5D9-87CB-DE19-AC1A-230BF51E6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1227-2884-8153-D35A-B4F45C2B4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531CE-C6E7-A01F-E604-3F4B6187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99F5A-5453-F268-0F10-3FB21E28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2E33-F8D9-37A7-D117-830612FC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942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ED1-526A-2729-4ACC-A8C245D6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E80B4-FBD1-4A7B-9CC6-20BF9F741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7411-E7D8-A6C9-9056-F59B9560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80FC-282A-7E6F-EE62-CBCE4978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EEB0-DB70-2C66-81A4-A309224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176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D3C9F-AF0C-BBE6-0F98-6C25C7C90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6AB9E-C065-27C1-DB2C-ACA843A38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9D27-5EC9-8652-91EB-6A78D89E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5C3E-F9BC-9DB4-04C4-1ADC3814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F4AB-406B-715D-6FCC-D99A2EB4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436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D0A0E-460E-E9FA-E9E4-87AE7EE3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FA3C-465B-83E9-D0E7-54669221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CB74-1911-22F8-3203-FBFEBF84F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23D-066E-1413-0583-CBB11B742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1E20-D761-F365-AE58-8616DCE3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41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E101-8B62-ECAE-2C79-C28FEC5E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4BF60A9-3263-AB18-47E8-01A1D037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" y="447675"/>
            <a:ext cx="11020425" cy="29813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B9175C-9FA0-D639-95EF-7648061C0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077" y="5416867"/>
            <a:ext cx="1838325" cy="1114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21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60C8F6DB-C467-9E49-9596-1F8539969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" y="332422"/>
            <a:ext cx="11088282" cy="454437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EF940E2-9663-0BD8-D967-D4C0ECF2C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1217" y="5291039"/>
            <a:ext cx="1841183" cy="13478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474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3604-BE57-F536-D9AB-F9C47FE8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BFDF19-345D-7A73-7338-FAA80EF0D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77" y="350520"/>
            <a:ext cx="9682163" cy="4913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4318D1-6C17-EE79-9F6D-4FC727251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713" y="5296497"/>
            <a:ext cx="4342448" cy="13767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9225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</TotalTime>
  <Words>8</Words>
  <Application>Microsoft Office PowerPoint</Application>
  <PresentationFormat>Widescreen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</dc:creator>
  <cp:lastModifiedBy>Shafiq</cp:lastModifiedBy>
  <cp:revision>7</cp:revision>
  <dcterms:created xsi:type="dcterms:W3CDTF">2026-03-16T04:40:40Z</dcterms:created>
  <dcterms:modified xsi:type="dcterms:W3CDTF">2026-03-16T05:27:45Z</dcterms:modified>
</cp:coreProperties>
</file>