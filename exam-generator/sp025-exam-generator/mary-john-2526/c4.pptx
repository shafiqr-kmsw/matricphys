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9C2E-6EF4-BA3E-1585-A650B7258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1BE92-CBFB-820E-0DC9-A8E8D6D1B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8EEB8-3181-6E3A-0A7F-7E4C1363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D5D63-47F7-7D3D-AF29-4F82C301B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BBB93-BFCE-0C0E-6BC0-2FA42278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8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E7BB-2702-DB6D-BCC1-FC6EDEFC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F548B-0281-1D7D-4743-4B3B855BE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0597E-5F1B-E64A-E1A3-52DA3250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E74FC-F309-B8B5-4E81-0EBCCCCB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5CDC-5CBF-2652-4C7A-A33FEE02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24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6796-0EAA-8DFC-3088-17B4360A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2034A-56B7-12B8-B459-BE23DEBFD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F1476-13FF-CFCE-F451-791A3DB17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47C4E-4E5C-3F19-BE53-2DA873A5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F2FCE-C394-D98F-DF9E-A4C213F6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AD49-4916-67F4-80FB-E74E9997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D8764-8459-DEDE-F9F9-6A32533AB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4EC28-C41E-6A9D-3EA9-6BF9B1425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6F966-D4DC-EEF5-F102-8FB9043E2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F93B7-D791-A47F-B9C0-C4081F08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CE173-DA13-DA5F-D3AB-AA2AFCDA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11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BCB1-44D3-7004-2FAC-20B57572F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6E7AB-2DCB-5361-FFC7-866FB90DA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C27C6-344E-B678-8F32-91AB2CCEA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FB06C-39FA-350F-A83D-9BBF76C68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43716-EFD2-35BB-67CA-80E20BCC8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8E921D-7F2D-43EC-5E74-8FC3782CB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9B453-5BA8-FC1E-2B1C-525FC761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EB0E1-4EBD-49AC-D170-DD865725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5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0104-A50E-7BCF-926C-E20DC491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3B1E8-7E59-CB62-20DB-DA8E2A7D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0C024-1995-2966-FCCC-FFE0AE10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0233D-3544-E95E-3902-D992126D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5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96894-22AF-B65A-B7CF-A0E32BD3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2B91A-1CB4-6035-57E9-42BD406D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86B59-EC27-2F01-FCA3-13943B26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14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BF2E-699D-8DF5-7235-13E1E197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E206-5782-6238-3F8B-9A3791FFB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4D59E-296B-B15A-1656-EB2793F30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97953-662B-5D33-AA3A-536AD99F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DA114-567C-EF8E-B486-B413CE3E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94E99-ECC8-3F4F-52A6-EAAFA0F3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0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1295-DB37-FA4F-7487-FD6684B5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34E3E-7ED1-0D59-9250-903366D48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E1FE-44EC-CD58-7DCF-BB73B350A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D0C4A-9ECF-C1CD-77AC-38008764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68D38-D87C-6367-0613-3D1776A7F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4C8F0-A537-8254-784A-DE7B10B5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0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30D4-32B8-7632-7A0A-F4A7F948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39DBF-D919-EAAC-94DF-D9908EC33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6E580-C648-8350-C50A-11A2C8426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965C9-91F8-B256-EABD-270B6E02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4AE2A-FE75-1339-C7A6-53A0FEF5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2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40EBD-7382-2644-767D-06B594B19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43D60-94E2-2D7A-7484-9F28406F0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D8368-102E-7D8B-62E2-CE15F1D4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5B22-3EFE-6135-90CA-92F3E2DF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CB5F4-69D0-B7FE-C1E6-3C2C060D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1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E0969-A3FD-A800-7482-740BF0CF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BB985-35CA-D52D-8255-16345859B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A64D8-AD88-180E-6BF7-AD8141B4E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5B450-66A4-4426-8CBC-30CBDE627C3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5B1D0-A8FA-59E3-06BB-E18106CC0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F62A9-A2DD-3E07-D093-9B5DE858F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332AB-D9FA-4091-AD1C-37BC94503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3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5C962B-7CEA-A8C9-7CBE-40416847C814}"/>
              </a:ext>
            </a:extLst>
          </p:cNvPr>
          <p:cNvSpPr txBox="1"/>
          <p:nvPr/>
        </p:nvSpPr>
        <p:spPr>
          <a:xfrm>
            <a:off x="486696" y="341442"/>
            <a:ext cx="10530348" cy="151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28015" lvl="0">
              <a:lnSpc>
                <a:spcPct val="113000"/>
              </a:lnSpc>
              <a:spcBef>
                <a:spcPts val="600"/>
              </a:spcBef>
              <a:tabLst>
                <a:tab pos="650240" algn="l"/>
                <a:tab pos="950595" algn="l"/>
              </a:tabLst>
            </a:pPr>
            <a:r>
              <a:rPr lang="ms-MY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4(a)  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circular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100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turns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plane</a:t>
            </a:r>
            <a:r>
              <a:rPr lang="ms-MY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8.0</a:t>
            </a:r>
            <a:r>
              <a:rPr lang="ms-MY" spc="-5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× 10</a:t>
            </a:r>
            <a:r>
              <a:rPr lang="ms-MY" spc="0" baseline="300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−3</a:t>
            </a:r>
            <a:r>
              <a:rPr lang="ms-MY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 m</a:t>
            </a:r>
            <a:r>
              <a:rPr lang="ms-MY" spc="0" baseline="300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2</a:t>
            </a:r>
            <a:r>
              <a:rPr lang="ms-MY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placed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 field of 0.2 T.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spcBef>
                <a:spcPts val="25"/>
              </a:spcBef>
              <a:buSzPts val="1200"/>
              <a:tabLst>
                <a:tab pos="1316355" algn="l"/>
              </a:tabLst>
            </a:pP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(i)  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</a:t>
            </a:r>
            <a:r>
              <a:rPr lang="ms-MY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flux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linkage</a:t>
            </a:r>
            <a:r>
              <a:rPr lang="ms-MY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ms-MY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plane</a:t>
            </a:r>
            <a:r>
              <a:rPr lang="ms-MY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makes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angle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30°</a:t>
            </a:r>
            <a:r>
              <a:rPr lang="ms-MY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field. 								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 </a:t>
            </a:r>
            <a:r>
              <a:rPr lang="ms-MY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ms-MY" spc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(ii)  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then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rotated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about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axis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rotation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perpendicular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uniform magnetic field at a constant speed of 10.0 revolutions per second. Calculate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maximum value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emf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induced.	</a:t>
            </a:r>
            <a:r>
              <a:rPr lang="ms-MY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3A244-8FC1-696E-3135-B2EF484C62AD}"/>
              </a:ext>
            </a:extLst>
          </p:cNvPr>
          <p:cNvSpPr txBox="1"/>
          <p:nvPr/>
        </p:nvSpPr>
        <p:spPr>
          <a:xfrm>
            <a:off x="486696" y="2070977"/>
            <a:ext cx="10781072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905"/>
              </a:spcBef>
              <a:buSzPts val="1100"/>
              <a:tabLst>
                <a:tab pos="950595" algn="l"/>
              </a:tabLst>
            </a:pP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  A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600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turns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solenoid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0.01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long.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decreased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0.4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s,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induced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emf is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0.015 V.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 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endParaRPr lang="en-MY" dirty="0">
              <a:effectLst/>
            </a:endParaRPr>
          </a:p>
          <a:p>
            <a:pPr>
              <a:spcBef>
                <a:spcPts val="200"/>
              </a:spcBef>
              <a:buSzPts val="1200"/>
              <a:tabLst>
                <a:tab pos="1316355" algn="l"/>
              </a:tabLst>
            </a:pP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(i)   self-inductance.									</a:t>
            </a:r>
            <a:r>
              <a:rPr lang="ms-MY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 </a:t>
            </a:r>
            <a:r>
              <a:rPr lang="ms-MY" sz="16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buSzPts val="1200"/>
              <a:tabLst>
                <a:tab pos="1316355" algn="l"/>
              </a:tabLst>
            </a:pP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(ii)  cross-sectional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solenoid.							</a:t>
            </a:r>
            <a:r>
              <a:rPr lang="ms-MY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 </a:t>
            </a:r>
            <a:r>
              <a:rPr lang="ms-MY" sz="16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buSzPts val="1200"/>
              <a:tabLst>
                <a:tab pos="1316355" algn="l"/>
              </a:tabLst>
            </a:pP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(iii)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flux linkage passing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 the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solenoid when the current is 3A.			</a:t>
            </a:r>
            <a:r>
              <a:rPr lang="ms-MY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 </a:t>
            </a:r>
            <a:r>
              <a:rPr lang="ms-MY" sz="16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77D542-AD5B-DADF-0519-DE1CD62A7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788" y="5287547"/>
            <a:ext cx="3077004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8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776691-198A-4219-6C06-0E96023B5258}"/>
              </a:ext>
            </a:extLst>
          </p:cNvPr>
          <p:cNvSpPr txBox="1"/>
          <p:nvPr/>
        </p:nvSpPr>
        <p:spPr>
          <a:xfrm>
            <a:off x="522027" y="219460"/>
            <a:ext cx="106964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4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(a) A square coil of sides 15 cm and 300 turns has a resistance of 3.0 Ω. A uniform magnetic field is applied perpendicular to the plane of the coil. The magnitude of this field is increased uniformly from zero to 0.8 Wb m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-2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 in a time of 0.8 s. Determine the magnitude of the induced emf and current in the coil. 													[4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ADDAB-2CD2-C238-C0B2-4F316D9AE826}"/>
              </a:ext>
            </a:extLst>
          </p:cNvPr>
          <p:cNvSpPr txBox="1"/>
          <p:nvPr/>
        </p:nvSpPr>
        <p:spPr>
          <a:xfrm>
            <a:off x="522027" y="1666123"/>
            <a:ext cx="106964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A steady current of 2 A in a coil of 400 turns causes a flux linkage of 10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-4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Wb. Calculate the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inductance of the coil.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average induced emf in the coil if the current reduces to zero in 0.08 s.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energy stored in the coil. 						</a:t>
            </a:r>
          </a:p>
          <a:p>
            <a:pPr lvl="0"/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										[6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F8C10F-CF63-3202-5C94-589B3BA78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704" y="5436988"/>
            <a:ext cx="282932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0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29AC3A-486E-F2C8-8E47-022C6E40774E}"/>
              </a:ext>
            </a:extLst>
          </p:cNvPr>
          <p:cNvSpPr txBox="1"/>
          <p:nvPr/>
        </p:nvSpPr>
        <p:spPr>
          <a:xfrm>
            <a:off x="704234" y="423604"/>
            <a:ext cx="10887997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3020" lvl="0" algn="just">
              <a:lnSpc>
                <a:spcPct val="150000"/>
              </a:lnSpc>
              <a:spcBef>
                <a:spcPts val="500"/>
              </a:spcBef>
              <a:tabLst>
                <a:tab pos="464185" algn="l"/>
                <a:tab pos="100393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4(a) A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turns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cross-sectional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5.8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10</a:t>
            </a:r>
            <a:r>
              <a:rPr lang="en-US" spc="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-2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en-US" spc="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placed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uniform magnetic field of 1.8 T.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1430" lvl="1" indent="-285750" algn="just">
              <a:lnSpc>
                <a:spcPct val="150000"/>
              </a:lnSpc>
              <a:buFont typeface="+mj-lt"/>
              <a:buAutoNum type="alphaLcPeriod"/>
              <a:tabLst>
                <a:tab pos="147701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flux</a:t>
            </a:r>
            <a:r>
              <a:rPr lang="en-US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linkage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</a:t>
            </a:r>
            <a:r>
              <a:rPr lang="en-US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plane</a:t>
            </a:r>
            <a:r>
              <a:rPr lang="en-US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coil makes an angle of 60° to the magnetic field.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5875" lvl="1" indent="-285750" algn="just">
              <a:lnSpc>
                <a:spcPct val="150000"/>
              </a:lnSpc>
              <a:buFont typeface="+mj-lt"/>
              <a:buAutoNum type="alphaLcPeriod"/>
              <a:tabLst>
                <a:tab pos="147701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the coil rotates about an axis perpendicular to the uniform magnetic field at a constant angular velocity of 20 revolutions per second, calculate the maximum induced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e.m.f.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the coil.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75AAB-BDDE-EC9C-2EF2-9EFDF0FB5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99" y="2724240"/>
            <a:ext cx="2970530" cy="237172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09CBF43-5F78-6A69-AE8C-A624618DC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261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MY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F0A314D-BE84-9F8C-04DE-8ED254CE6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149" y="3054298"/>
            <a:ext cx="683292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76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(b) FIGURE 5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shows a single loop of radius 10 cm with resistance of 0.4 Ω is placed perpendicularly in a uniform magnetic field of 1.6 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Calculate the time taken for the magnetic field to reduce by 1.2 T if the induced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e.m.f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produced is 0.08 V.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(ii) Calculate the induced current in the loop when the magnetic field decreases.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(iii) By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Len’z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law, state the direction of induced current in (b) (ii).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763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[5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marks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62621F-579A-D5A3-33E6-1908BD915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33" y="5354934"/>
            <a:ext cx="310558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39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A8151-C6B4-D001-77A9-42B86A4F9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951"/>
            <a:ext cx="3250965" cy="1771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F513ED-0199-750F-E2DF-194C4351A476}"/>
              </a:ext>
            </a:extLst>
          </p:cNvPr>
          <p:cNvSpPr txBox="1"/>
          <p:nvPr/>
        </p:nvSpPr>
        <p:spPr>
          <a:xfrm>
            <a:off x="3621505" y="260230"/>
            <a:ext cx="8169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a) FIGURE 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model box placed in a uniform magnetic field of 0.2 T directed in the +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axis. Determine the magnetic flux through the shaded surface.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7C31E-B776-33F2-5A51-5F7BA74CB530}"/>
              </a:ext>
            </a:extLst>
          </p:cNvPr>
          <p:cNvSpPr txBox="1"/>
          <p:nvPr/>
        </p:nvSpPr>
        <p:spPr>
          <a:xfrm>
            <a:off x="3621505" y="1375943"/>
            <a:ext cx="8169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single turn coil of radius 10 cm rotates at 20 revolutions per second in a uniform magnetic field of 0.6 T. Calculate the induced emf when the plane of the coil makes an angle of 25° with the magnetic field.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40FEF-3955-645B-62F7-0ED9BD5EF73B}"/>
              </a:ext>
            </a:extLst>
          </p:cNvPr>
          <p:cNvSpPr txBox="1"/>
          <p:nvPr/>
        </p:nvSpPr>
        <p:spPr>
          <a:xfrm>
            <a:off x="3621505" y="2804401"/>
            <a:ext cx="8169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coil of self-inductance 5.0 H is connected in series with a switch to a 12 V battery. The total resistance in the circuit is 6.0 Ω. Calculate the: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of current increase at the instant the switch is closed.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value of the current.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stored in the inductor when the current is maximum.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 marks]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6E90D-D475-B3C9-AAED-61C5AFD55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160" y="5831142"/>
            <a:ext cx="3010320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7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C1F5B-40F0-EB16-B902-464AFEFC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1D8074-A159-39B5-15BC-D7D44FE7BB6B}"/>
              </a:ext>
            </a:extLst>
          </p:cNvPr>
          <p:cNvSpPr txBox="1"/>
          <p:nvPr/>
        </p:nvSpPr>
        <p:spPr>
          <a:xfrm>
            <a:off x="751113" y="763564"/>
            <a:ext cx="109009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loop of area 0.50 cm² with its plane perpendicular to a uniform magnetic field of 2.0 T is turned through 90° so that its plane is parallel to the magnetic field in 0.15 s. Calculate the: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change of magnetic flux in the coil.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induced emf.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 marks]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EEF67-FD8D-E4AC-87C4-B36C410622C3}"/>
              </a:ext>
            </a:extLst>
          </p:cNvPr>
          <p:cNvSpPr txBox="1"/>
          <p:nvPr/>
        </p:nvSpPr>
        <p:spPr>
          <a:xfrm>
            <a:off x="751113" y="2240892"/>
            <a:ext cx="109009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long ideal solenoid is connected in series to a battery of emf 12 V with negligible internal resistance and a resistor of 20 Ω. A coil is tightly wound over the central portion of the solenoid. The solenoid has a diameter of 5.0 cm and 60 turns per cm of length. The coil has 100 turns. Determine the: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mutual inductance of the combination.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magnetic flux linkage through the coil.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iii) average emf induced in the coil when the circuit is switched off and the current drops to zero in 20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 marks]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04C358-35F1-CE42-7A7C-02F3B6F2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16" y="4468935"/>
            <a:ext cx="488700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9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7688-2094-CF4F-ECF6-9E59E5F6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487B2C-FE96-0909-6D7D-690B81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48" y="2413338"/>
            <a:ext cx="3726529" cy="20313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5A9D66-C3BA-3A9F-A115-DC325C4317BE}"/>
              </a:ext>
            </a:extLst>
          </p:cNvPr>
          <p:cNvSpPr txBox="1"/>
          <p:nvPr/>
        </p:nvSpPr>
        <p:spPr>
          <a:xfrm>
            <a:off x="802878" y="349293"/>
            <a:ext cx="106271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a) A rectangular coil of 60 turns, dimensions 0.100 m by 0.200 m, and resistance 10.0 Ω rotates with angular speed 287 rpm about the y-axis in a region where a 1.00 T magnetic field is directed along the x-axis. Calculate the: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induced emf in the coil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induced current in the coil 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induced emf at t = 0.05 s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 marks]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0D128-4CF9-D37A-F1B3-79B0B94A69B9}"/>
              </a:ext>
            </a:extLst>
          </p:cNvPr>
          <p:cNvSpPr txBox="1"/>
          <p:nvPr/>
        </p:nvSpPr>
        <p:spPr>
          <a:xfrm>
            <a:off x="4246377" y="2413338"/>
            <a:ext cx="71836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10 cm long solenoid has 150 turns and an area of cross-section of 28 cm² as shown in the FIGURE 4. Coil C consists of 160 turns of insulated wire and is wound tightly around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solenoid. Calculate the flux linkage in the coil C for a current of 3.5 A in the solenoid.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71C529-96DA-BC4F-BE0F-074ED82F3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978" y="5594179"/>
            <a:ext cx="4848902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40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 R</dc:creator>
  <cp:lastModifiedBy>SHAFIQ R</cp:lastModifiedBy>
  <cp:revision>1</cp:revision>
  <dcterms:created xsi:type="dcterms:W3CDTF">2026-04-16T14:50:35Z</dcterms:created>
  <dcterms:modified xsi:type="dcterms:W3CDTF">2026-04-16T14:51:00Z</dcterms:modified>
</cp:coreProperties>
</file>