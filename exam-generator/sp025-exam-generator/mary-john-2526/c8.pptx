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0687-336C-631C-E08A-9F2AEF1F5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18538-EE41-51DF-CCF5-337C2956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48201-3C7D-18FF-A8A5-BDD154E1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D1B53-597F-1398-89E8-A956CB01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72D3-4A97-6841-C0E6-625A7A98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BE5D-53D0-B864-B159-486A82C5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3BEF8-D438-B5F4-15B2-ABDB0A39B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91142-373D-7125-BA15-FFBC172C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9C255-1A35-D9BA-97F9-7C99FF95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48252-EF7D-4044-A144-BDB6A1A7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7BE7-7163-54E8-2812-CEDFFDC7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2AE63-3699-248E-853C-15B45E406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AB3B8-B840-1369-2A4C-04FBCC22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78896-BB09-7BEA-22E6-218E5C23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DFC36-A0FE-E783-435B-AF750D9B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5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A472-5B88-E5AC-B687-2CAF41CE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548C-B2C9-AFEE-3B27-E5D68743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4D2B3-2675-AEDE-58FF-4E13E2E4F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8EC75-2C82-3BEE-571F-3AFB9A0C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68EC8-51B7-74B0-9E3F-6C1DB79A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7B087-738E-5141-EDE3-83CAA00B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9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60E3-E6A5-8489-10DD-7955B229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AC40B-9882-9B70-7657-A13241739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A2254-7379-2356-A339-1714C2FAD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BB69D-3921-7F8E-44CD-51A8386CE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D0600-C1D4-DB1B-E7E3-5BAF9FDA1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4AD2D-0415-A1E3-001C-30EF80E3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F1206-B3B8-3A63-B4F2-04698431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F69C5-CE48-830D-1280-8F914E4F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8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96F1-03DB-2E69-8FC5-259A866C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C11D9-AD14-CD14-CC84-D490E0E0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C5F55-5DC7-7C53-0A44-D6AEBCB7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CC1B4-2574-0BBA-1ADD-A70256D8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16F7E-E7C9-8A06-B94F-AD4CFA90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87F35-B6E0-B115-09A7-AAF85144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7FCC4-D7D4-DF54-2067-CB39CE8F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3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AB18-3B7D-6018-B31F-AB617A1C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D3E1-DF8B-CAB1-1C0D-32AFC23E3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B544E-E5C6-429B-DD0E-347053F1D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188A-FA1F-35A1-185E-6CAB79F7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EDAF4-5240-AD9C-361E-BC40AD17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3C0F9-4603-2FF8-1DA7-651153CF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54AF-FD96-F62A-300A-4372930B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417A1-C14A-C2AC-5F8B-B04D58837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42B77-3FC6-59F7-9630-999129EEB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1A50B-C411-DC5D-C79B-940724AF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8C7C9-406F-5412-BE3D-C77AE7A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17CE-5CB1-5BD9-3B7F-32FA7994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1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779B-6754-B4AA-A388-FBD15DB1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97536-3E68-ED2C-3B60-0332539AE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E829F-8ACF-C7CC-F572-9AC5C23A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D6E68-38E5-9217-EFA1-5B1683B9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DEEA-474D-0B7B-B21E-1BA686C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1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7F62-E476-7595-57DE-7FE3C557D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C20F3-0BDF-C6B9-14CA-C74350BFC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4284-8D30-09C9-EE33-DFC9DA1E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389E-B5F8-F6AC-F2CE-E3332425B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0CEF0-B55A-9C48-1589-26C9295B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5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89EC1-14AE-8C08-2171-21E33F41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38CF9-370B-1EB4-30C0-106832B4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58FF-2663-9902-3481-B4378295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C4751-9EC4-4510-B92A-CC52196C85B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3526-476A-0146-4443-BB1CCAF78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087DC-787C-FEB9-4ECA-E81ADD93A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3633A-1C12-40CF-980F-C5A5FD0ED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0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DC8D-026E-EEA2-A10D-19BEBE6B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AEDAA-9F8B-E385-685A-F89A94FA2364}"/>
              </a:ext>
            </a:extLst>
          </p:cNvPr>
          <p:cNvSpPr txBox="1"/>
          <p:nvPr/>
        </p:nvSpPr>
        <p:spPr>
          <a:xfrm>
            <a:off x="914400" y="746649"/>
            <a:ext cx="10580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An electron has energy of 200 eV. Calculate the de Broglie wavelength associated with the electron.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1E259-EEE9-58C3-FA5E-E92C9CA3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161" y="6111351"/>
            <a:ext cx="4896533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5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8EFD-BAC9-9ED2-CFCC-5E8AE611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DFB4D1-2D3F-2AD3-9461-7E58E9E1013E}"/>
              </a:ext>
            </a:extLst>
          </p:cNvPr>
          <p:cNvSpPr txBox="1"/>
          <p:nvPr/>
        </p:nvSpPr>
        <p:spPr>
          <a:xfrm>
            <a:off x="889686" y="487230"/>
            <a:ext cx="1057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8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electron and a proton are accelerated through the same voltage. If the de Broglie wavelength of the electron is 0.12 nm, what is the de Broglie wavelength of the proton?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 marks]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B8214-B844-1AF7-B9A4-30CB14CDC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57" y="6408870"/>
            <a:ext cx="5096586" cy="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2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E0DF-C758-3F33-1749-1D0F66FB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E17C81-16DF-4B74-EF4F-2BB1C7D1B67F}"/>
              </a:ext>
            </a:extLst>
          </p:cNvPr>
          <p:cNvSpPr txBox="1"/>
          <p:nvPr/>
        </p:nvSpPr>
        <p:spPr>
          <a:xfrm>
            <a:off x="836193" y="771709"/>
            <a:ext cx="10497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The de Broglie wavelength of an electron is 1.00 nm. What is the kinetic energy of the electron?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</a:t>
            </a:r>
            <a:r>
              <a:rPr lang="en-US" dirty="0"/>
              <a:t>]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01A90-EC98-0395-76A0-2A096686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78" y="6490317"/>
            <a:ext cx="307700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EF6C9-4EC7-CA04-897C-E9862C6F1239}"/>
              </a:ext>
            </a:extLst>
          </p:cNvPr>
          <p:cNvSpPr txBox="1"/>
          <p:nvPr/>
        </p:nvSpPr>
        <p:spPr>
          <a:xfrm>
            <a:off x="560438" y="486697"/>
            <a:ext cx="112825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7320" lvl="0" algn="just">
              <a:lnSpc>
                <a:spcPct val="150000"/>
              </a:lnSpc>
              <a:tabLst>
                <a:tab pos="55435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An electron beam S is accelerated from rest through 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 difference of 500 V. Another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accelerated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rest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 difference of 1000 V. Find the ratio between the wavelengths of S to T.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E5EE1-C26F-09C6-D747-9CC6D186F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5667021"/>
            <a:ext cx="310558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8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945AA-4F4A-50E5-CFB0-7FC8F190F8B8}"/>
              </a:ext>
            </a:extLst>
          </p:cNvPr>
          <p:cNvSpPr txBox="1"/>
          <p:nvPr/>
        </p:nvSpPr>
        <p:spPr>
          <a:xfrm>
            <a:off x="436728" y="509602"/>
            <a:ext cx="109864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8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What is the wavelength of a photon that has the same momentum as an electron moving with a speed of         1100 ms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?																				[2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 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The non-relativistic electron beam in an electron microscope is formed by a setup similar to the electron gun used in the Davisson–Germer experiment. What is the voltage needed to accelerate an electron which has de Broglie wavelength of 0.25 nm? 																			[1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B1FF7-E4E0-E35E-1CF7-25930030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568" y="5391734"/>
            <a:ext cx="313416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6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07805-F602-9A06-DB3F-952545987EF9}"/>
              </a:ext>
            </a:extLst>
          </p:cNvPr>
          <p:cNvSpPr txBox="1"/>
          <p:nvPr/>
        </p:nvSpPr>
        <p:spPr>
          <a:xfrm>
            <a:off x="766916" y="929855"/>
            <a:ext cx="103091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35"/>
              </a:spcBef>
              <a:tabLst>
                <a:tab pos="650240" algn="l"/>
                <a:tab pos="950595" algn="l"/>
              </a:tabLst>
            </a:pP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8(a)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What</a:t>
            </a:r>
            <a:r>
              <a:rPr lang="ms-MY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wavelength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photon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same</a:t>
            </a:r>
            <a:r>
              <a:rPr lang="ms-MY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momentum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moving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speed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2300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ms-MY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ms-MY" sz="1800" spc="-25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									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8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The electron beam in an electron microscope is formed by a set up similar to the electron gun</a:t>
            </a:r>
            <a:r>
              <a:rPr lang="ms-MY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Davisson-Germer</a:t>
            </a:r>
            <a:r>
              <a:rPr lang="ms-MY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experiment.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needed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accelerate</a:t>
            </a:r>
            <a:r>
              <a:rPr lang="ms-MY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Broglie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wavelength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0.50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nm? 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481BB-7D42-CEC6-8935-5FB8F547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01" y="5632829"/>
            <a:ext cx="3038899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1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2026-04-16T14:53:52Z</dcterms:created>
  <dcterms:modified xsi:type="dcterms:W3CDTF">2026-04-16T14:54:20Z</dcterms:modified>
</cp:coreProperties>
</file>