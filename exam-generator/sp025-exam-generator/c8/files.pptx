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63" r:id="rId3"/>
    <p:sldId id="264" r:id="rId4"/>
    <p:sldId id="270" r:id="rId5"/>
    <p:sldId id="271" r:id="rId6"/>
    <p:sldId id="272" r:id="rId7"/>
    <p:sldId id="273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10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EC12-14DF-95EB-1DBD-D5D11912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93B8-7684-63D3-D681-B8E7C852A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D768-5EDD-7E64-79B3-53BF710AF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3699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F8BE-2529-BBB6-C00B-E9DFC3CE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D2B0F-AC4A-AF6A-0C58-D1C46DA2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E1BE40-AFFF-0EFD-588A-3F3ED15933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E1BE40-AFFF-0EFD-588A-3F3ED15933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005E-87C8-7A74-E933-A9F0DBA99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1196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EB3F654-8CDA-7F21-B37F-C0A29D6EE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" y="753427"/>
            <a:ext cx="11782425" cy="15716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001E4F1-4C65-B05E-563B-3F4430808B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25" t="42441" r="38625" b="44219"/>
          <a:stretch>
            <a:fillRect/>
          </a:stretch>
        </p:blipFill>
        <p:spPr>
          <a:xfrm>
            <a:off x="9228772" y="5771564"/>
            <a:ext cx="2597468" cy="666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DC8D-026E-EEA2-A10D-19BEBE6BA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AEDAA-9F8B-E385-685A-F89A94FA2364}"/>
              </a:ext>
            </a:extLst>
          </p:cNvPr>
          <p:cNvSpPr txBox="1"/>
          <p:nvPr/>
        </p:nvSpPr>
        <p:spPr>
          <a:xfrm>
            <a:off x="914400" y="746649"/>
            <a:ext cx="10580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An electron has energy of 200 eV. Calculate the de Broglie wavelength associated with the electron.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1E259-EEE9-58C3-FA5E-E92C9CA3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161" y="6111351"/>
            <a:ext cx="4896533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5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8EFD-BAC9-9ED2-CFCC-5E8AE611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DFB4D1-2D3F-2AD3-9461-7E58E9E1013E}"/>
              </a:ext>
            </a:extLst>
          </p:cNvPr>
          <p:cNvSpPr txBox="1"/>
          <p:nvPr/>
        </p:nvSpPr>
        <p:spPr>
          <a:xfrm>
            <a:off x="889686" y="487230"/>
            <a:ext cx="1057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8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electron and a proton are accelerated through the same voltage. If the de Broglie wavelength of the electron is 0.12 nm, what is the de Broglie wavelength of the proton?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 marks]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B8214-B844-1AF7-B9A4-30CB14CDC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57" y="6408870"/>
            <a:ext cx="5096586" cy="1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2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FE0DF-C758-3F33-1749-1D0F66FB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E17C81-16DF-4B74-EF4F-2BB1C7D1B67F}"/>
              </a:ext>
            </a:extLst>
          </p:cNvPr>
          <p:cNvSpPr txBox="1"/>
          <p:nvPr/>
        </p:nvSpPr>
        <p:spPr>
          <a:xfrm>
            <a:off x="836193" y="771709"/>
            <a:ext cx="10497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The de Broglie wavelength of an electron is 1.00 nm. What is the kinetic energy of the electron?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marks</a:t>
            </a:r>
            <a:r>
              <a:rPr lang="en-US" dirty="0"/>
              <a:t>]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01A90-EC98-0395-76A0-2A096686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78" y="6490317"/>
            <a:ext cx="3077004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2EF6C9-4EC7-CA04-897C-E9862C6F1239}"/>
              </a:ext>
            </a:extLst>
          </p:cNvPr>
          <p:cNvSpPr txBox="1"/>
          <p:nvPr/>
        </p:nvSpPr>
        <p:spPr>
          <a:xfrm>
            <a:off x="560438" y="486697"/>
            <a:ext cx="1128251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47320" lvl="0" algn="just">
              <a:lnSpc>
                <a:spcPct val="150000"/>
              </a:lnSpc>
              <a:tabLst>
                <a:tab pos="554355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An electron beam S is accelerated from rest through a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 difference of 500 V. Another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beam,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accelerated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rest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 difference of 1000 V. Find the ratio between the wavelengths of S to T.</a:t>
            </a:r>
            <a:endParaRPr lang="en-MY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E5EE1-C26F-09C6-D747-9CC6D186F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" y="5667021"/>
            <a:ext cx="310558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8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945AA-4F4A-50E5-CFB0-7FC8F190F8B8}"/>
              </a:ext>
            </a:extLst>
          </p:cNvPr>
          <p:cNvSpPr txBox="1"/>
          <p:nvPr/>
        </p:nvSpPr>
        <p:spPr>
          <a:xfrm>
            <a:off x="436728" y="509602"/>
            <a:ext cx="109864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8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What is the wavelength of a photon that has the same momentum as an electron moving with a speed of         1100 ms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-1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?																				[2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 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The non-relativistic electron beam in an electron microscope is formed by a setup similar to the electron gun used in the Davisson–Germer experiment. What is the voltage needed to accelerate an electron which has de Broglie wavelength of 0.25 nm? 																			[1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B1FF7-E4E0-E35E-1CF7-25930030C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568" y="5391734"/>
            <a:ext cx="3134162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6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07805-F602-9A06-DB3F-952545987EF9}"/>
              </a:ext>
            </a:extLst>
          </p:cNvPr>
          <p:cNvSpPr txBox="1"/>
          <p:nvPr/>
        </p:nvSpPr>
        <p:spPr>
          <a:xfrm>
            <a:off x="766916" y="929855"/>
            <a:ext cx="103091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35"/>
              </a:spcBef>
              <a:tabLst>
                <a:tab pos="650240" algn="l"/>
                <a:tab pos="950595" algn="l"/>
              </a:tabLst>
            </a:pP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8(a)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What</a:t>
            </a:r>
            <a:r>
              <a:rPr lang="ms-MY" sz="18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wavelength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photon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same</a:t>
            </a:r>
            <a:r>
              <a:rPr lang="ms-MY" sz="18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momentum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s-MY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ms-MY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ms-MY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moving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speed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2300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ms-MY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ms-MY" sz="1800" spc="-25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									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 </a:t>
            </a:r>
            <a:r>
              <a:rPr lang="ms-MY" sz="18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  The electron beam in an electron microscope is formed by a set up similar to the electron gun</a:t>
            </a:r>
            <a:r>
              <a:rPr lang="ms-MY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Davisson-Germer</a:t>
            </a:r>
            <a:r>
              <a:rPr lang="ms-MY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experiment.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voltage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needed</a:t>
            </a:r>
            <a:r>
              <a:rPr lang="ms-MY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accelerate</a:t>
            </a:r>
            <a:r>
              <a:rPr lang="ms-MY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Broglie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wavelength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0.50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nm? 		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481BB-7D42-CEC6-8935-5FB8F547B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01" y="5632829"/>
            <a:ext cx="3038899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16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3604-BE57-F536-D9AB-F9C47FE8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80E7D-573F-C1B4-E67D-2B042FB79944}"/>
                  </a:ext>
                </a:extLst>
              </p:cNvPr>
              <p:cNvSpPr txBox="1"/>
              <p:nvPr/>
            </p:nvSpPr>
            <p:spPr>
              <a:xfrm>
                <a:off x="273956" y="788854"/>
                <a:ext cx="11424557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MY" sz="3600" dirty="0"/>
                  <a:t>7. An electron is accelerated through a potential difference of </a:t>
                </a:r>
                <a14:m>
                  <m:oMath xmlns:m="http://schemas.openxmlformats.org/officeDocument/2006/math">
                    <m:r>
                      <a:rPr lang="en-MY" sz="3600" i="1" dirty="0" smtClean="0">
                        <a:latin typeface="Cambria Math" panose="02040503050406030204" pitchFamily="18" charset="0"/>
                      </a:rPr>
                      <m:t>2.5 </m:t>
                    </m:r>
                    <m:r>
                      <a:rPr lang="en-MY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360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MY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3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MY" sz="36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MY" sz="3600" dirty="0"/>
                  <a:t> V.</a:t>
                </a:r>
              </a:p>
              <a:p>
                <a:pPr algn="just"/>
                <a:r>
                  <a:rPr lang="en-MY" sz="3600" dirty="0"/>
                  <a:t>(a) Calculate the de Broglie wavelength of the electron. [1 mark]</a:t>
                </a:r>
              </a:p>
              <a:p>
                <a:pPr algn="just"/>
                <a:r>
                  <a:rPr lang="en-MY" sz="3600" dirty="0"/>
                  <a:t>(b) If a proton has the same de Broglie wavelength as that of the electron, calculate the velocity of the proton. [2 marks]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80E7D-573F-C1B4-E67D-2B042FB79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56" y="788854"/>
                <a:ext cx="11424557" cy="3416320"/>
              </a:xfrm>
              <a:prstGeom prst="rect">
                <a:avLst/>
              </a:prstGeom>
              <a:blipFill>
                <a:blip r:embed="rId3"/>
                <a:stretch>
                  <a:fillRect l="-1654" t="-2674" r="-1601" b="-570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04DB801-6555-19BD-94CB-C132C5A46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514" y="5626053"/>
            <a:ext cx="3047999" cy="798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922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68B1-3EA9-889A-58E0-B1368A76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88712F-193C-2E50-5D94-61DF68B3FF46}"/>
              </a:ext>
            </a:extLst>
          </p:cNvPr>
          <p:cNvSpPr txBox="1"/>
          <p:nvPr/>
        </p:nvSpPr>
        <p:spPr>
          <a:xfrm>
            <a:off x="551543" y="619649"/>
            <a:ext cx="10987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4000" dirty="0"/>
              <a:t>An electron carries an energy of 200 eV. What is the de Broglie wavelength associated with the electron?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D7D23-D7D4-6F53-C545-421B2A1DD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133" y="5717947"/>
            <a:ext cx="2886075" cy="676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456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</TotalTime>
  <Words>446</Words>
  <Application>Microsoft Office PowerPoint</Application>
  <PresentationFormat>Widescreen</PresentationFormat>
  <Paragraphs>22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 R</cp:lastModifiedBy>
  <cp:revision>9</cp:revision>
  <dcterms:created xsi:type="dcterms:W3CDTF">2026-03-16T04:40:40Z</dcterms:created>
  <dcterms:modified xsi:type="dcterms:W3CDTF">2026-04-16T15:07:13Z</dcterms:modified>
</cp:coreProperties>
</file>