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90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0CEF5-4124-458A-8583-FB2A0D68282E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3B765-2686-4739-8603-5834023752E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89067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09DFA-F781-71DC-9D3A-ECC464C6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79AD58-081B-C7CD-9101-33B3A98B9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B56AC6-6E78-3A66-B47E-E960E449D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F68E9-4CFC-EA7F-61B8-D93F53CEC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06574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3EC12-14DF-95EB-1DBD-D5D11912F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693B8-7684-63D3-D681-B8E7C852A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DD65105-DFE3-DD09-9426-6A2F0401A77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0.6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MY" b="0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DD65105-DFE3-DD09-9426-6A2F0401A77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MY" b="0" i="0">
                    <a:latin typeface="Cambria Math" panose="02040503050406030204" pitchFamily="18" charset="0"/>
                  </a:rPr>
                  <a:t>0.6𝜇𝐽</a:t>
                </a:r>
                <a:endParaRPr lang="en-MY" b="0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DD768-5EDD-7E64-79B3-53BF710AF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3699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AF8BE-2529-BBB6-C00B-E9DFC3CE5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D2B0F-AC4A-AF6A-0C58-D1C46DA26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FE1BE40-AFFF-0EFD-588A-3F3ED15933B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0.6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MY" b="0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FE1BE40-AFFF-0EFD-588A-3F3ED15933B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MY" b="0" i="0">
                    <a:latin typeface="Cambria Math" panose="02040503050406030204" pitchFamily="18" charset="0"/>
                  </a:rPr>
                  <a:t>0.6𝜇𝐽</a:t>
                </a:r>
                <a:endParaRPr lang="en-MY" b="0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9005E-87C8-7A74-E933-A9F0DBA992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41196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940CB-83AA-FEED-6D38-FC36FE394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382B3-F7E2-5A8F-E2BE-4719F475E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D6721-3C08-F3F7-DCE1-9351FC1CD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01A84-4386-F919-3545-F441461C7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326D1-54C0-6645-11B9-C995CA547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04071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672CD-2146-A154-CB60-45C2AE3B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4CFBA-CC5B-FD7D-D602-95D158FE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F5399-CF13-1A74-3193-FB091646A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F2552-908B-26F0-683B-6CA8592B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2340E-1E35-1792-237B-E1E419D1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35110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39A0E-42E0-28EE-A652-E3B48B044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53DC9-E969-6C3A-A673-075A8607C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93A57-068D-0431-657D-841E745BC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23DA3-1F90-5953-EE0A-00B4D56FC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073B0-0893-FEEE-5D0A-31C8A8AF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9418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BFDA9-AFF2-2193-8F0F-FEE067377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2D64B-B17A-756A-873D-D580991F2B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BDFAC-E7C7-9EA5-1225-34435CB30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67A79-CC94-AA11-7A35-762654D8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652DF-803F-1BCD-40FE-BA513CFD7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C13ED-563C-395B-B1D8-92C7A0EED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70031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38F2-59AD-91D5-831E-F539FE69A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1DE0C-B675-0DDB-F4A3-1D6950E1B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4E4A2-6689-557D-7517-4E25FC33A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28DF93-BA40-2821-7EF0-9BD0D0A20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EAE9F4-45C3-8A9B-02B1-644E6979C8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5D81FC-1D00-EFA1-3DDB-C4634FB38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1851B1-80B1-D619-7F06-0F8E89C8A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C0266-1D1D-F642-3E67-D9255178A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18140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57CD1-7190-1DED-9F40-7DCA9C672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54E00-4BD4-2900-B7EC-530770CF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D50B4-6816-6438-6383-1167B81C0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8A394-E2E6-EFB4-BCD3-45EF27F5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2426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D5E243-5463-7691-A214-28343B5DB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5AB2A8-BB1A-B244-E84C-2BD2B469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629AF-CD06-ED3A-7AC2-F26C10D9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20022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B308A-6A8A-BCCB-F6F9-CB915B900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6F399-8DC7-F7B9-9B1C-D6F0C3AE9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A30F3-8CEB-A7F2-82C0-255700ECF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95D97-FFBA-67D7-860A-AAFB90009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18DEB-F09B-799A-4B47-24536127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DC1FC-1BD9-1043-38E7-480220A24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53493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92CA-AF88-D64A-2D0A-8B2F9FE5D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9B5D9-87CB-DE19-AC1A-230BF51E6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C1227-2884-8153-D35A-B4F45C2B4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531CE-C6E7-A01F-E604-3F4B61872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99F5A-5453-F268-0F10-3FB21E28C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12E33-F8D9-37A7-D117-830612FC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9421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80ED1-526A-2729-4ACC-A8C245D6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E80B4-FBD1-4A7B-9CC6-20BF9F741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A7411-E7D8-A6C9-9056-F59B95605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A80FC-282A-7E6F-EE62-CBCE49782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7EEB0-DB70-2C66-81A4-A309224A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8176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BD3C9F-AF0C-BBE6-0F98-6C25C7C901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6AB9E-C065-27C1-DB2C-ACA843A38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19D27-5EC9-8652-91EB-6A78D89E6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45C3E-F9BC-9DB4-04C4-1ADC3814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8F4AB-406B-715D-6FCC-D99A2EB4A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1436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FD0A0E-460E-E9FA-E9E4-87AE7EE35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5FA3C-465B-83E9-D0E7-54669221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DCB74-1911-22F8-3203-FBFEBF84F8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6523D-066E-1413-0583-CBB11B742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E1E20-D761-F365-AE58-8616DCE38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74157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9E101-8B62-ECAE-2C79-C28FEC5E5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CEE763-2408-ABB4-6E77-1C46EE15E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12" y="842194"/>
            <a:ext cx="11382375" cy="2076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5FA42B-2A54-2F17-B033-CBADE70F5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897" y="5639568"/>
            <a:ext cx="2338387" cy="7524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2192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F3604-BE57-F536-D9AB-F9C47FE87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96E6FF-9C48-43D3-4965-C21B6C6F1A24}"/>
                  </a:ext>
                </a:extLst>
              </p:cNvPr>
              <p:cNvSpPr txBox="1"/>
              <p:nvPr/>
            </p:nvSpPr>
            <p:spPr>
              <a:xfrm>
                <a:off x="910712" y="811528"/>
                <a:ext cx="10327559" cy="34386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MY" sz="3600" dirty="0"/>
                  <a:t>8 (a) The binding energy per nucleon iron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MY" sz="3600" b="0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MY" sz="3600" b="0" i="1" smtClean="0">
                            <a:latin typeface="Cambria Math" panose="02040503050406030204" pitchFamily="18" charset="0"/>
                          </a:rPr>
                          <m:t>26</m:t>
                        </m:r>
                      </m:sub>
                      <m:sup>
                        <m:r>
                          <a:rPr lang="en-MY" sz="3600" b="0" i="1" smtClean="0">
                            <a:latin typeface="Cambria Math" panose="02040503050406030204" pitchFamily="18" charset="0"/>
                          </a:rPr>
                          <m:t>56</m:t>
                        </m:r>
                      </m:sup>
                      <m:e>
                        <m:r>
                          <a:rPr lang="en-MY" sz="3600" b="0" i="1" smtClean="0">
                            <a:latin typeface="Cambria Math" panose="02040503050406030204" pitchFamily="18" charset="0"/>
                          </a:rPr>
                          <m:t>𝐹𝑒</m:t>
                        </m:r>
                      </m:e>
                    </m:sPre>
                  </m:oMath>
                </a14:m>
                <a:r>
                  <a:rPr lang="en-MY" sz="3600" dirty="0"/>
                  <a:t> is 8.46 MeV per nucleon. Calculate the nuclide mass for iron.</a:t>
                </a:r>
              </a:p>
              <a:p>
                <a:r>
                  <a:rPr lang="en-MY" sz="3600" dirty="0"/>
                  <a:t>[3 marks]</a:t>
                </a:r>
              </a:p>
              <a:p>
                <a:r>
                  <a:rPr lang="en-MY" sz="3600" dirty="0"/>
                  <a:t>(b) The half life of tritium is 12.33 years. If the initial activity of a tritium sample is 1.48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3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36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MY" sz="36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MY" sz="3600" dirty="0"/>
                  <a:t> Bq calculate the number of nuclei after 10 years. [4 marks]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96E6FF-9C48-43D3-4965-C21B6C6F1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712" y="811528"/>
                <a:ext cx="10327559" cy="3438634"/>
              </a:xfrm>
              <a:prstGeom prst="rect">
                <a:avLst/>
              </a:prstGeom>
              <a:blipFill>
                <a:blip r:embed="rId3"/>
                <a:stretch>
                  <a:fillRect l="-1770" t="-1950" r="-1062" b="-585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9A31D0B-E9AD-E477-2140-B080E4F90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367" y="5583114"/>
            <a:ext cx="3170903" cy="8232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99225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568B1-3EA9-889A-58E0-B1368A768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D485C3-3562-B75D-FA43-CF2966F6B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2" y="816077"/>
            <a:ext cx="11420475" cy="1981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5B6746-9028-AFA0-DE7C-303BBC12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8309" y="5382637"/>
            <a:ext cx="3207927" cy="11767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14564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</TotalTime>
  <Words>74</Words>
  <Application>Microsoft Office PowerPoint</Application>
  <PresentationFormat>Widescreen</PresentationFormat>
  <Paragraphs>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Shafiq</dc:creator>
  <cp:lastModifiedBy>Shafiq</cp:lastModifiedBy>
  <cp:revision>9</cp:revision>
  <dcterms:created xsi:type="dcterms:W3CDTF">2026-03-16T04:40:40Z</dcterms:created>
  <dcterms:modified xsi:type="dcterms:W3CDTF">2026-03-16T05:40:08Z</dcterms:modified>
</cp:coreProperties>
</file>