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1" autoAdjust="0"/>
    <p:restoredTop sz="94660"/>
  </p:normalViewPr>
  <p:slideViewPr>
    <p:cSldViewPr snapToGrid="0">
      <p:cViewPr>
        <p:scale>
          <a:sx n="75" d="100"/>
          <a:sy n="75" d="100"/>
        </p:scale>
        <p:origin x="528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2071B-C938-43B8-86ED-532A4DF34259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AFAE13-0B06-407D-84C8-1382F2F7A02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06363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1a)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AFAE13-0B06-407D-84C8-1382F2F7A020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47848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BDD17-4897-B666-F056-B5CC9A87D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0C17F-8FE5-7E2F-CD19-CEA95F50DC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D2D60-7C20-9AC1-D67C-842D4273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56312-4E88-4A31-B42E-95F0AF521EC9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B618-5C1D-D51D-64B0-9F77DD239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DFC41-7DC5-F863-71DE-C2F47D81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7271-8001-4B20-8F33-D66A448300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52804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860B6-AEF5-3B83-0CA3-0B4721D27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59B47-9700-E06C-C7AA-7A56200CF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CDF26-87A2-DE13-6208-D3867C07D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56312-4E88-4A31-B42E-95F0AF521EC9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078FC-15F3-D766-34AF-5892FC91A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DACCF-3B5D-F878-D67B-122C48336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7271-8001-4B20-8F33-D66A448300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67335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F539E-43AD-79A5-C6FA-481547155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66075-E50A-5853-74D6-D531CAFD5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AB3AF-B9B9-05EF-825D-28B576E67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56312-4E88-4A31-B42E-95F0AF521EC9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B3686-036F-2AF6-90D6-E678FC254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6DA6A-1B68-8D7F-064F-BF3B774E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7271-8001-4B20-8F33-D66A448300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41703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64897-23A3-628D-40B1-65CCF6A05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2476-6BFB-B658-2D8C-D4B052BE34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EA49D-52E0-DD45-A10C-534CEEA8B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4AB31-3F86-0032-1278-BD44A222D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56312-4E88-4A31-B42E-95F0AF521EC9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4755A-3830-B71B-5276-185E41A6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04F1F-39AD-9F2B-5B9D-3032EAE0D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7271-8001-4B20-8F33-D66A448300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6644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DA6E-3D1A-C966-76F4-5E45AB006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11EA2-6104-AE55-91CF-093DBE45B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F2AA4-4A3C-3C5C-7E37-56B082CB4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34806-BE6E-D853-29D1-EF66BD2E1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E67EB3-D298-0B57-7A6B-854F6248C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CC9A0F-8C90-43F4-96F5-A9DFA6B76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56312-4E88-4A31-B42E-95F0AF521EC9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8095E-BF90-A7F2-4A9D-3B8C3ADEB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8CB9A-5A65-9047-91C6-E4F4C74C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7271-8001-4B20-8F33-D66A448300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3171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BC90-84BB-1372-63B1-192DD60A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C285C4-96F4-D20D-337B-60D41873E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56312-4E88-4A31-B42E-95F0AF521EC9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CE5E44-8889-F489-C6D6-7FFC730F1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5003B0-F9E3-3DB5-72D6-6B3F7C9E2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7271-8001-4B20-8F33-D66A448300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75939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9E4D54-39D7-C933-9DE0-6D378A6AF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56312-4E88-4A31-B42E-95F0AF521EC9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6EE851-0430-7AED-1339-C64C08D6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400CB-F9FC-990D-5F2C-4A40EF60B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7271-8001-4B20-8F33-D66A448300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0860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2CC2E-72FE-0F29-9913-E08BD2669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7BF59-D7DF-8944-E698-8E029A860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6D4D3-6E9C-4A61-AC94-87A1885E0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5BAF9-740C-D08B-46BB-FCD8069A4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56312-4E88-4A31-B42E-95F0AF521EC9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AAEF7-BDD4-0F03-676B-49F1B6E4E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DBADF-C2DC-3D7E-2ADD-7D834A9AC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7271-8001-4B20-8F33-D66A448300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74221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55647-9CEA-A974-7930-7A5F73A36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603F5C-451A-0CDE-54A0-102CA9E4D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E19669-77DC-B49B-AB3E-6BFB00D81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26066-B814-C38F-F731-7FE398529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56312-4E88-4A31-B42E-95F0AF521EC9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DF7CAB-630C-E228-36A9-7D9794FDE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D2578-4E35-F9DE-3040-D5C91DB79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7271-8001-4B20-8F33-D66A448300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60277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27373-CA51-D97B-FEA7-FBABA56A9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6A0AEC-54EF-2696-4CB0-50FB4C534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BA8C3-239A-4838-CEEE-40F11C6A8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56312-4E88-4A31-B42E-95F0AF521EC9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C518E-DD01-2AA4-5CA5-0739B072E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02776-58D4-6439-6038-5A970F58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7271-8001-4B20-8F33-D66A448300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34131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CCBCC-B10C-58F7-AFBD-28B6702FE3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D50D35-8DCB-E91D-A3A8-6CE36E98A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DEE95-470E-2167-7AE9-59B5ACF9C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56312-4E88-4A31-B42E-95F0AF521EC9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ED6F3-9568-0486-7D22-25B9EAAA8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3DFF0-244B-9E7A-9181-B3876ADF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7271-8001-4B20-8F33-D66A448300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3201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CAF78A-1A43-3344-C1CD-F2A1DCC3B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2E2E7-77DA-0D32-78A4-95F8F0937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C73D9-7A87-6379-E875-C559A9302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56312-4E88-4A31-B42E-95F0AF521EC9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7A835-3774-78AC-C0CC-7D3EFED97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8F076-5400-5124-4D88-D823550D0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47271-8001-4B20-8F33-D66A448300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48743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24040C0-ED48-344F-1DE3-062580AEC3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00"/>
          <a:stretch>
            <a:fillRect/>
          </a:stretch>
        </p:blipFill>
        <p:spPr>
          <a:xfrm>
            <a:off x="9353858" y="5292799"/>
            <a:ext cx="2468054" cy="12980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E78DD2-2EE2-553C-BD95-BC5EF248AB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68" t="21491" r="15322" b="12885"/>
          <a:stretch>
            <a:fillRect/>
          </a:stretch>
        </p:blipFill>
        <p:spPr>
          <a:xfrm>
            <a:off x="575186" y="132737"/>
            <a:ext cx="9527162" cy="511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11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F63E6C6-FDB5-25C1-10BC-4A1E7FBA7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48" y="299115"/>
            <a:ext cx="9496425" cy="5286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01B327-5868-025E-38F3-D936A1285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9089" y="4030100"/>
            <a:ext cx="2365427" cy="25287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15892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E9263-0918-C935-0AD9-3D253F6ED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581F51-2C96-543C-5A96-2E86F305DD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09" t="70139"/>
          <a:stretch>
            <a:fillRect/>
          </a:stretch>
        </p:blipFill>
        <p:spPr>
          <a:xfrm>
            <a:off x="72260" y="580590"/>
            <a:ext cx="9586673" cy="17791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8EA098-7077-D595-C452-33617F6C7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08" y="5135563"/>
            <a:ext cx="2181224" cy="12714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62C815-E874-26D8-226C-3B1E0B1181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41" r="21082" b="30160"/>
          <a:stretch>
            <a:fillRect/>
          </a:stretch>
        </p:blipFill>
        <p:spPr>
          <a:xfrm>
            <a:off x="9264699" y="223883"/>
            <a:ext cx="2816942" cy="24925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B40D77-1132-9A1D-3765-13D7BCEF679A}"/>
              </a:ext>
            </a:extLst>
          </p:cNvPr>
          <p:cNvSpPr txBox="1"/>
          <p:nvPr/>
        </p:nvSpPr>
        <p:spPr>
          <a:xfrm>
            <a:off x="72261" y="450998"/>
            <a:ext cx="88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1a)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ABCD0D-CD24-0397-BF07-370D65D365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1422"/>
          <a:stretch>
            <a:fillRect/>
          </a:stretch>
        </p:blipFill>
        <p:spPr>
          <a:xfrm>
            <a:off x="134968" y="2080033"/>
            <a:ext cx="8752846" cy="24182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7C4F8A-735A-F985-7412-81CC1A255085}"/>
              </a:ext>
            </a:extLst>
          </p:cNvPr>
          <p:cNvSpPr txBox="1"/>
          <p:nvPr/>
        </p:nvSpPr>
        <p:spPr>
          <a:xfrm>
            <a:off x="110359" y="2209625"/>
            <a:ext cx="88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1b)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94C6B-A475-341B-1180-16FC876A7A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066" r="25349" b="36167"/>
          <a:stretch>
            <a:fillRect/>
          </a:stretch>
        </p:blipFill>
        <p:spPr>
          <a:xfrm>
            <a:off x="9021800" y="2754115"/>
            <a:ext cx="2816941" cy="342621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16AD152-CC17-2E8B-69F4-4161898949FC}"/>
              </a:ext>
            </a:extLst>
          </p:cNvPr>
          <p:cNvSpPr/>
          <p:nvPr/>
        </p:nvSpPr>
        <p:spPr>
          <a:xfrm>
            <a:off x="8458200" y="1967697"/>
            <a:ext cx="84459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51862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</Words>
  <Application>Microsoft Office PowerPoint</Application>
  <PresentationFormat>Widescreen</PresentationFormat>
  <Paragraphs>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Shafiq</dc:creator>
  <cp:lastModifiedBy>Shafiq</cp:lastModifiedBy>
  <cp:revision>3</cp:revision>
  <dcterms:created xsi:type="dcterms:W3CDTF">2026-03-16T04:21:53Z</dcterms:created>
  <dcterms:modified xsi:type="dcterms:W3CDTF">2026-03-16T04:40:09Z</dcterms:modified>
</cp:coreProperties>
</file>