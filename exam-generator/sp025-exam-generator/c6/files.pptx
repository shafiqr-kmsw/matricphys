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8" r:id="rId2"/>
    <p:sldId id="256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98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0CEF5-4124-458A-8583-FB2A0D68282E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3B765-2686-4739-8603-5834023752E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89067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09DFA-F781-71DC-9D3A-ECC464C66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79AD58-081B-C7CD-9101-33B3A98B9D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B56AC6-6E78-3A66-B47E-E960E449DB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dirty="0"/>
              <a:t>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F68E9-4CFC-EA7F-61B8-D93F53CEC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06574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0.6</m:t>
                      </m:r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MY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en-MY" b="0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MY" b="0" i="0">
                    <a:latin typeface="Cambria Math" panose="02040503050406030204" pitchFamily="18" charset="0"/>
                  </a:rPr>
                  <a:t>0.6𝜇𝐽</a:t>
                </a:r>
                <a:endParaRPr lang="en-MY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02378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A8445-1434-A6C5-DD3D-393248473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14B00D-312B-B559-3C5E-31DB4BE9C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6CA29B-829D-7A3E-2072-AB92EB0181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dirty="0"/>
              <a:t>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4FCE3-8BD4-1305-E035-7B9237F58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3B765-2686-4739-8603-5834023752E4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23526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940CB-83AA-FEED-6D38-FC36FE3944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1382B3-F7E2-5A8F-E2BE-4719F475E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D6721-3C08-F3F7-DCE1-9351FC1CD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01A84-4386-F919-3545-F441461C7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326D1-54C0-6645-11B9-C995CA547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04071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672CD-2146-A154-CB60-45C2AE3B0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4CFBA-CC5B-FD7D-D602-95D158FE0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F5399-CF13-1A74-3193-FB091646A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F2552-908B-26F0-683B-6CA8592B3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2340E-1E35-1792-237B-E1E419D1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35110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39A0E-42E0-28EE-A652-E3B48B044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053DC9-E969-6C3A-A673-075A8607C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593A57-068D-0431-657D-841E745BC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3DA3-1F90-5953-EE0A-00B4D56FC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073B0-0893-FEEE-5D0A-31C8A8AF5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4185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BFDA9-AFF2-2193-8F0F-FEE067377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2D64B-B17A-756A-873D-D580991F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9BDFAC-E7C7-9EA5-1225-34435CB30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C67A79-CC94-AA11-7A35-762654D8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3652DF-803F-1BCD-40FE-BA513CFD7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8C13ED-563C-395B-B1D8-92C7A0EED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70031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38F2-59AD-91D5-831E-F539FE69A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81DE0C-B675-0DDB-F4A3-1D6950E1B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4E4A2-6689-557D-7517-4E25FC33AB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28DF93-BA40-2821-7EF0-9BD0D0A2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EAE9F4-45C3-8A9B-02B1-644E6979C8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5D81FC-1D00-EFA1-3DDB-C4634FB38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1851B1-80B1-D619-7F06-0F8E89C8A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4C0266-1D1D-F642-3E67-D9255178A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18140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57CD1-7190-1DED-9F40-7DCA9C672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54E00-4BD4-2900-B7EC-530770CF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4D50B4-6816-6438-6383-1167B81C0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08A394-E2E6-EFB4-BCD3-45EF27F52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24269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D5E243-5463-7691-A214-28343B5DB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5AB2A8-BB1A-B244-E84C-2BD2B469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629AF-CD06-ED3A-7AC2-F26C10D9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0022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B308A-6A8A-BCCB-F6F9-CB915B900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6F399-8DC7-F7B9-9B1C-D6F0C3AE9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3A30F3-8CEB-A7F2-82C0-255700ECF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95D97-FFBA-67D7-860A-AAFB90009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18DEB-F09B-799A-4B47-245361271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DC1FC-1BD9-1043-38E7-480220A24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53493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292CA-AF88-D64A-2D0A-8B2F9FE5D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39B5D9-87CB-DE19-AC1A-230BF51E6D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C1227-2884-8153-D35A-B4F45C2B4A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4531CE-C6E7-A01F-E604-3F4B61872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099F5A-5453-F268-0F10-3FB21E28C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C12E33-F8D9-37A7-D117-830612FC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29421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80ED1-526A-2729-4ACC-A8C245D67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AE80B4-FBD1-4A7B-9CC6-20BF9F741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A7411-E7D8-A6C9-9056-F59B95605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A80FC-282A-7E6F-EE62-CBCE49782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7EEB0-DB70-2C66-81A4-A309224AC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176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BD3C9F-AF0C-BBE6-0F98-6C25C7C901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26AB9E-C065-27C1-DB2C-ACA843A38E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9D27-5EC9-8652-91EB-6A78D89E6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45C3E-F9BC-9DB4-04C4-1ADC3814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8F4AB-406B-715D-6FCC-D99A2EB4A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14362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FD0A0E-460E-E9FA-E9E4-87AE7EE35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5FA3C-465B-83E9-D0E7-54669221B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DCB74-1911-22F8-3203-FBFEBF84F8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736931-D21D-4CEE-8596-8652B0B9C773}" type="datetimeFigureOut">
              <a:rPr lang="en-MY" smtClean="0"/>
              <a:t>16/3/2026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6523D-066E-1413-0583-CBB11B742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E1E20-D761-F365-AE58-8616DCE384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4A0F0D-ECA7-4992-9E43-97B5575AE35E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7415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9E101-8B62-ECAE-2C79-C28FEC5E5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54354B0-BFAF-ED65-2E73-92410ACE4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162" y="541020"/>
            <a:ext cx="11115675" cy="25146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17358B-3095-51A6-B89C-1271E15D2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299" y="4267199"/>
            <a:ext cx="3538538" cy="22240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72192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7C495002-9FE7-A5A6-732C-3C4B916B7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007" y="588168"/>
            <a:ext cx="10035275" cy="568166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F577443-A7EA-F7F5-6B5B-02864CA07A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3291"/>
          <a:stretch>
            <a:fillRect/>
          </a:stretch>
        </p:blipFill>
        <p:spPr>
          <a:xfrm>
            <a:off x="9473867" y="5736431"/>
            <a:ext cx="2475246" cy="1066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4745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E8168-E4E2-C7C6-44AF-21E379AF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2B0512E-6AE9-E42B-4612-1B8E90A0B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387" y="231457"/>
            <a:ext cx="11325225" cy="42005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632CF34-01ED-FAF6-0E6A-159FD367B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7" y="4312919"/>
            <a:ext cx="2305508" cy="20850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877917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43</TotalTime>
  <Words>7</Words>
  <Application>Microsoft Office PowerPoint</Application>
  <PresentationFormat>Widescreen</PresentationFormat>
  <Paragraphs>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Shafiq</dc:creator>
  <cp:lastModifiedBy>Shafiq</cp:lastModifiedBy>
  <cp:revision>6</cp:revision>
  <dcterms:created xsi:type="dcterms:W3CDTF">2026-03-16T04:40:40Z</dcterms:created>
  <dcterms:modified xsi:type="dcterms:W3CDTF">2026-03-16T05:24:19Z</dcterms:modified>
</cp:coreProperties>
</file>